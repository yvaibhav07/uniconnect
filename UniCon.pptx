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5"/>
  </p:notesMasterIdLst>
  <p:handoutMasterIdLst>
    <p:handoutMasterId r:id="rId16"/>
  </p:handoutMasterIdLst>
  <p:sldIdLst>
    <p:sldId id="256" r:id="rId5"/>
    <p:sldId id="257" r:id="rId6"/>
    <p:sldId id="286" r:id="rId7"/>
    <p:sldId id="288" r:id="rId8"/>
    <p:sldId id="289" r:id="rId9"/>
    <p:sldId id="297" r:id="rId10"/>
    <p:sldId id="290" r:id="rId11"/>
    <p:sldId id="291" r:id="rId12"/>
    <p:sldId id="292" r:id="rId13"/>
    <p:sldId id="29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646" autoAdjust="0"/>
  </p:normalViewPr>
  <p:slideViewPr>
    <p:cSldViewPr snapToGrid="0">
      <p:cViewPr varScale="1">
        <p:scale>
          <a:sx n="106" d="100"/>
          <a:sy n="106" d="100"/>
        </p:scale>
        <p:origin x="792" y="96"/>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58" d="100"/>
          <a:sy n="58" d="100"/>
        </p:scale>
        <p:origin x="237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8190EA-5EEC-4300-B6AE-D9734C6C648E}" type="datetimeFigureOut">
              <a:rPr lang="en-US" smtClean="0"/>
              <a:t>4/13/2026</a:t>
            </a:fld>
            <a:endParaRPr lang="en-US" dirty="0"/>
          </a:p>
        </p:txBody>
      </p:sp>
      <p:sp>
        <p:nvSpPr>
          <p:cNvPr id="4" name="Footer Placeholder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FF3A6F-DEFA-45E0-9496-BEE7C2C6F3D0}" type="slidenum">
              <a:rPr lang="en-US" smtClean="0"/>
              <a:t>‹#›</a:t>
            </a:fld>
            <a:endParaRPr lang="en-US"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87ADD9-2083-264C-A652-8D52D02F7E72}" type="datetimeFigureOut">
              <a:rPr lang="en-US" smtClean="0"/>
              <a:t>4/13/2026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7DC217-DF71-1A49-B3EA-559F1F43B0FF}" type="slidenum">
              <a:rPr lang="en-US" smtClean="0"/>
              <a:t>‹#›</a:t>
            </a:fld>
            <a:endParaRPr lang="en-US"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a:t>
            </a:fld>
            <a:endParaRPr lang="en-US"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2</a:t>
            </a:fld>
            <a:endParaRPr lang="en-US"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3</a:t>
            </a:fld>
            <a:endParaRPr lang="en-US"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4</a:t>
            </a:fld>
            <a:endParaRPr lang="en-US"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5</a:t>
            </a:fld>
            <a:endParaRPr lang="en-US"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6</a:t>
            </a:fld>
            <a:endParaRPr lang="en-US"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7</a:t>
            </a:fld>
            <a:endParaRPr lang="en-US"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8</a:t>
            </a:fld>
            <a:endParaRPr lang="en-US"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9</a:t>
            </a:fld>
            <a:endParaRPr lang="en-US"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7DC217-DF71-1A49-B3EA-559F1F43B0FF}" type="slidenum">
              <a:rPr lang="en-US" smtClean="0"/>
              <a:t>10</a:t>
            </a:fld>
            <a:endParaRPr lang="en-US"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anchor="b">
            <a:noAutofit/>
          </a:bodyPr>
          <a:lstStyle>
            <a:lvl1pPr algn="l">
              <a:defRPr sz="6000" b="1">
                <a:latin typeface="+mj-lt"/>
              </a:defRPr>
            </a:lvl1pPr>
          </a:lstStyle>
          <a:p>
            <a:r>
              <a:rPr lang="en-US" dirty="0"/>
              <a:t>Click to add title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a:norm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Righ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anchor="ctr" anchorCtr="0">
            <a:noAutofit/>
          </a:bodyPr>
          <a:lstStyle>
            <a:lvl1pPr>
              <a:defRPr sz="6000" b="1">
                <a:latin typeface="+mj-lt"/>
              </a:defRPr>
            </a:lvl1pPr>
          </a:lstStyle>
          <a:p>
            <a:r>
              <a:rPr lang="en-US" dirty="0"/>
              <a:t>Click to add title</a:t>
            </a:r>
          </a:p>
        </p:txBody>
      </p:sp>
      <p:sp>
        <p:nvSpPr>
          <p:cNvPr id="15" name="Picture Placeholder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Left Image">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6" name="Freeform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anchor="b" anchorCtr="0">
            <a:noAutofit/>
          </a:bodyPr>
          <a:lstStyle>
            <a:lvl1pPr>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anchor="t" anchorCtr="0">
            <a:noAutofit/>
          </a:bodyPr>
          <a:lstStyle>
            <a:lvl1pPr marL="0" indent="0" algn="l">
              <a:buNone/>
              <a:defRPr sz="32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Picture Placeholder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2">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a:normAutofit/>
          </a:bodyPr>
          <a:lstStyle>
            <a:lvl1pPr marL="342900" indent="-283464">
              <a:spcBef>
                <a:spcPts val="1000"/>
              </a:spcBef>
              <a:buFont typeface="Arial" panose="020B0604020202020204" pitchFamily="34" charset="0"/>
              <a:buChar char="•"/>
              <a:defRPr sz="2000">
                <a:solidFill>
                  <a:schemeClr val="bg1"/>
                </a:solidFill>
                <a:latin typeface="+mn-lt"/>
              </a:defRPr>
            </a:lvl1pPr>
            <a:lvl2pPr marL="566928" indent="-283464">
              <a:spcBef>
                <a:spcPts val="1000"/>
              </a:spcBef>
              <a:buFont typeface="Arial" panose="020B0604020202020204" pitchFamily="34" charset="0"/>
              <a:buChar char="•"/>
              <a:defRPr sz="2000">
                <a:solidFill>
                  <a:schemeClr val="bg1"/>
                </a:solidFill>
                <a:latin typeface="+mn-lt"/>
              </a:defRPr>
            </a:lvl2pPr>
            <a:lvl3pPr marL="850392" indent="-283464">
              <a:spcBef>
                <a:spcPts val="1000"/>
              </a:spcBef>
              <a:buFont typeface="Arial" panose="020B0604020202020204" pitchFamily="34" charset="0"/>
              <a:buChar char="•"/>
              <a:defRPr sz="2000">
                <a:solidFill>
                  <a:schemeClr val="bg1"/>
                </a:solidFill>
                <a:latin typeface="+mn-lt"/>
              </a:defRPr>
            </a:lvl3pPr>
            <a:lvl4pPr marL="1097280" indent="-283464">
              <a:spcBef>
                <a:spcPts val="1000"/>
              </a:spcBef>
              <a:buFont typeface="Arial" panose="020B0604020202020204" pitchFamily="34" charset="0"/>
              <a:buChar char="•"/>
              <a:defRPr sz="2000">
                <a:solidFill>
                  <a:schemeClr val="bg1"/>
                </a:solidFill>
                <a:latin typeface="+mn-lt"/>
              </a:defRPr>
            </a:lvl4pPr>
            <a:lvl5pPr marL="1371600"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Section titl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reeform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6" name="Group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7" name="Freeform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anchor="b">
            <a:noAutofit/>
          </a:bodyPr>
          <a:lstStyle>
            <a:lvl1pPr algn="l">
              <a:defRPr sz="6000" b="1">
                <a:solidFill>
                  <a:schemeClr val="bg1"/>
                </a:solidFill>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anchor="ctr" anchorCtr="0">
            <a:noAutofit/>
          </a:bodyPr>
          <a:lstStyle>
            <a:lvl1pPr marL="0" indent="0" algn="l">
              <a:buNone/>
              <a:defRPr sz="32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reeform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sp>
            <p:nvSpPr>
              <p:cNvPr id="8" name="Freeform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latin typeface="+mn-lt"/>
                </a:endParaRPr>
              </a:p>
            </p:txBody>
          </p:sp>
        </p:gr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latin typeface="+mn-lt"/>
              </a:defRPr>
            </a:lvl1pPr>
            <a:lvl2pPr marL="283464" indent="-283464">
              <a:spcBef>
                <a:spcPts val="1000"/>
              </a:spcBef>
              <a:buFont typeface="Arial" panose="020B0604020202020204" pitchFamily="34" charset="0"/>
              <a:buChar char="•"/>
              <a:defRPr sz="2000">
                <a:latin typeface="+mn-lt"/>
              </a:defRPr>
            </a:lvl2pPr>
            <a:lvl3pPr marL="566928" indent="-283464">
              <a:spcBef>
                <a:spcPts val="1000"/>
              </a:spcBef>
              <a:buFont typeface="Arial" panose="020B0604020202020204" pitchFamily="34" charset="0"/>
              <a:buChar char="•"/>
              <a:defRPr sz="2000">
                <a:latin typeface="+mn-lt"/>
              </a:defRPr>
            </a:lvl3pPr>
            <a:lvl4pPr marL="850392" indent="-283464">
              <a:spcBef>
                <a:spcPts val="1000"/>
              </a:spcBef>
              <a:buFont typeface="Arial" panose="020B0604020202020204" pitchFamily="34" charset="0"/>
              <a:buChar char="•"/>
              <a:defRPr sz="2000">
                <a:latin typeface="+mn-lt"/>
              </a:defRPr>
            </a:lvl4pPr>
            <a:lvl5pPr marL="1133856" indent="-283464">
              <a:spcBef>
                <a:spcPts val="1000"/>
              </a:spcBef>
              <a:buFont typeface="Arial" panose="020B0604020202020204" pitchFamily="34" charset="0"/>
              <a:buChar char="•"/>
              <a:defRPr sz="20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2 content">
    <p:bg>
      <p:bgPr>
        <a:solidFill>
          <a:schemeClr val="accent1"/>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reeform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Freeform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anchor="b">
            <a:noAutofit/>
          </a:bodyPr>
          <a:lstStyle>
            <a:lvl1pPr>
              <a:defRPr sz="4200" b="1">
                <a:solidFill>
                  <a:schemeClr val="bg1"/>
                </a:solidFill>
                <a:latin typeface="+mj-lt"/>
              </a:defRPr>
            </a:lvl1pPr>
          </a:lstStyle>
          <a:p>
            <a:r>
              <a:rPr lang="en-US" dirty="0"/>
              <a:t>Click to add title</a:t>
            </a:r>
          </a:p>
        </p:txBody>
      </p:sp>
      <p:sp>
        <p:nvSpPr>
          <p:cNvPr id="14" name="Content Placeholder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a:normAutofit/>
          </a:bodyPr>
          <a:lstStyle>
            <a:lvl1pPr marL="530352" indent="-530352">
              <a:spcBef>
                <a:spcPts val="1000"/>
              </a:spcBef>
              <a:buFont typeface="+mj-lt"/>
              <a:buAutoNum type="arabicPeriod"/>
              <a:defRPr sz="2000">
                <a:solidFill>
                  <a:schemeClr val="bg1"/>
                </a:solidFill>
                <a:latin typeface="+mn-lt"/>
              </a:defRPr>
            </a:lvl1pPr>
            <a:lvl2pPr marL="1097280" indent="-530352">
              <a:spcBef>
                <a:spcPts val="1000"/>
              </a:spcBef>
              <a:buFont typeface="+mj-lt"/>
              <a:buAutoNum type="alphaLcPeriod"/>
              <a:defRPr sz="2000">
                <a:solidFill>
                  <a:schemeClr val="bg1"/>
                </a:solidFill>
                <a:latin typeface="+mn-lt"/>
              </a:defRPr>
            </a:lvl2pPr>
            <a:lvl3pPr marL="1645920" indent="-530352">
              <a:spcBef>
                <a:spcPts val="1000"/>
              </a:spcBef>
              <a:buFont typeface="+mj-lt"/>
              <a:buAutoNum type="arabicParenR"/>
              <a:defRPr sz="2000">
                <a:solidFill>
                  <a:schemeClr val="bg1"/>
                </a:solidFill>
                <a:latin typeface="+mn-lt"/>
              </a:defRPr>
            </a:lvl3pPr>
            <a:lvl4pPr marL="1920240" indent="-530352">
              <a:spcBef>
                <a:spcPts val="1000"/>
              </a:spcBef>
              <a:buFont typeface="+mj-lt"/>
              <a:buAutoNum type="alphaLcParenR"/>
              <a:defRPr sz="2000">
                <a:solidFill>
                  <a:schemeClr val="bg1"/>
                </a:solidFill>
                <a:latin typeface="+mn-lt"/>
              </a:defRPr>
            </a:lvl4pPr>
            <a:lvl5pPr marL="2560320" indent="-514350">
              <a:spcBef>
                <a:spcPts val="1000"/>
              </a:spcBef>
              <a:buFont typeface="+mj-lt"/>
              <a:buAutoNum type="romanLcPeriod"/>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2"/>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and Image 1">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reeform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13" name="Titl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anchor="b">
            <a:noAutofit/>
          </a:bodyPr>
          <a:lstStyle>
            <a:lvl1pPr>
              <a:defRPr sz="4200" b="1">
                <a:latin typeface="+mj-lt"/>
              </a:defRPr>
            </a:lvl1pPr>
          </a:lstStyle>
          <a:p>
            <a:r>
              <a:rPr lang="en-US" dirty="0"/>
              <a:t>Click to add title</a:t>
            </a:r>
          </a:p>
        </p:txBody>
      </p:sp>
      <p:sp>
        <p:nvSpPr>
          <p:cNvPr id="10" name="Content Placeholder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a:normAutofit/>
          </a:bodyPr>
          <a:lstStyle>
            <a:lvl1pPr marL="0" indent="0">
              <a:spcBef>
                <a:spcPts val="1000"/>
              </a:spcBef>
              <a:buFont typeface="Arial" panose="020B0604020202020204" pitchFamily="34" charset="0"/>
              <a:buNone/>
              <a:defRPr sz="2000">
                <a:solidFill>
                  <a:schemeClr val="bg1"/>
                </a:solidFill>
                <a:latin typeface="+mn-lt"/>
              </a:defRPr>
            </a:lvl1pPr>
            <a:lvl2pPr marL="283464" indent="-283464">
              <a:spcBef>
                <a:spcPts val="1000"/>
              </a:spcBef>
              <a:buFont typeface="Arial" panose="020B0604020202020204" pitchFamily="34" charset="0"/>
              <a:buChar char="•"/>
              <a:defRPr sz="2000">
                <a:solidFill>
                  <a:schemeClr val="bg1"/>
                </a:solidFill>
                <a:latin typeface="+mn-lt"/>
              </a:defRPr>
            </a:lvl2pPr>
            <a:lvl3pPr marL="566928" indent="-283464">
              <a:spcBef>
                <a:spcPts val="1000"/>
              </a:spcBef>
              <a:buFont typeface="Arial" panose="020B0604020202020204" pitchFamily="34" charset="0"/>
              <a:buChar char="•"/>
              <a:defRPr sz="2000">
                <a:solidFill>
                  <a:schemeClr val="bg1"/>
                </a:solidFill>
                <a:latin typeface="+mn-lt"/>
              </a:defRPr>
            </a:lvl3pPr>
            <a:lvl4pPr marL="850392" indent="-283464">
              <a:spcBef>
                <a:spcPts val="1000"/>
              </a:spcBef>
              <a:buFont typeface="Arial" panose="020B0604020202020204" pitchFamily="34" charset="0"/>
              <a:buChar char="•"/>
              <a:defRPr sz="2000">
                <a:solidFill>
                  <a:schemeClr val="bg1"/>
                </a:solidFill>
                <a:latin typeface="+mn-lt"/>
              </a:defRPr>
            </a:lvl4pPr>
            <a:lvl5pPr marL="1133856" indent="-283464">
              <a:spcBef>
                <a:spcPts val="1000"/>
              </a:spcBef>
              <a:buFont typeface="Arial" panose="020B0604020202020204" pitchFamily="34" charset="0"/>
              <a:buChar char="•"/>
              <a:defRPr sz="20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a:lstStyle>
            <a:lvl1pPr marL="0" indent="0" algn="ctr">
              <a:buNone/>
              <a:defRPr sz="20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8E95D4F5-F69B-42F6-8A9D-330F696E144B}"/>
              </a:ext>
            </a:extLst>
          </p:cNvPr>
          <p:cNvSpPr>
            <a:spLocks noGrp="1"/>
          </p:cNvSpPr>
          <p:nvPr>
            <p:ph type="dt" sz="half" idx="10"/>
          </p:nvPr>
        </p:nvSpPr>
        <p:spPr/>
        <p:txBody>
          <a:bodyPr>
            <a:noAutofit/>
          </a:bodyPr>
          <a:lstStyle>
            <a:lvl1pPr>
              <a:defRPr>
                <a:solidFill>
                  <a:schemeClr val="accent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FA79A23A-2238-4904-8692-9F2DAE8B8FC9}"/>
              </a:ext>
            </a:extLst>
          </p:cNvPr>
          <p:cNvSpPr>
            <a:spLocks noGrp="1"/>
          </p:cNvSpPr>
          <p:nvPr>
            <p:ph type="ftr" sz="quarter" idx="11"/>
          </p:nvPr>
        </p:nvSpPr>
        <p:spPr/>
        <p:txBody>
          <a:bodyPr>
            <a:noAutofit/>
          </a:bodyPr>
          <a:lstStyle>
            <a:lvl1pPr>
              <a:defRPr>
                <a:solidFill>
                  <a:schemeClr val="accent2"/>
                </a:solidFill>
                <a:latin typeface="+mn-lt"/>
              </a:defRPr>
            </a:lvl1pPr>
          </a:lstStyle>
          <a:p>
            <a:endParaRPr lang="en-US" dirty="0"/>
          </a:p>
        </p:txBody>
      </p:sp>
      <p:sp>
        <p:nvSpPr>
          <p:cNvPr id="6" name="Slide Number Placeholder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a:noAutofit/>
          </a:bodyPr>
          <a:lstStyle>
            <a:lvl1pPr>
              <a:defRPr>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hart ">
    <p:bg>
      <p:bgPr>
        <a:solidFill>
          <a:schemeClr val="accent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reeform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anchor="b">
            <a:noAutofit/>
          </a:bodyPr>
          <a:lstStyle>
            <a:lvl1pPr>
              <a:defRPr sz="4200" b="1">
                <a:latin typeface="+mj-lt"/>
              </a:defRPr>
            </a:lvl1pPr>
          </a:lstStyle>
          <a:p>
            <a:r>
              <a:rPr lang="en-US" dirty="0"/>
              <a:t>Click to add title</a:t>
            </a:r>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a:noAutofit/>
          </a:bodyPr>
          <a:lstStyle>
            <a:lvl1pPr marL="0" indent="0">
              <a:buNone/>
              <a:defRPr>
                <a:latin typeface="+mn-lt"/>
              </a:defRPr>
            </a:lvl1pPr>
            <a:lvl2pPr marL="457200" indent="0">
              <a:buNone/>
              <a:defRPr>
                <a:latin typeface="+mn-lt"/>
              </a:defRPr>
            </a:lvl2pPr>
            <a:lvl3pPr marL="914400" indent="0">
              <a:buNone/>
              <a:defRPr>
                <a:latin typeface="+mn-lt"/>
              </a:defRPr>
            </a:lvl3pPr>
            <a:lvl4pPr marL="1371600" indent="0">
              <a:buNone/>
              <a:defRPr>
                <a:latin typeface="+mn-lt"/>
              </a:defRPr>
            </a:lvl4pPr>
            <a:lvl5pPr marL="1828800" indent="0">
              <a:buNone/>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sz="1200">
                <a:solidFill>
                  <a:schemeClr val="accent3"/>
                </a:solidFill>
                <a:latin typeface="+mn-lt"/>
              </a:defRPr>
            </a:lvl1pPr>
          </a:lstStyle>
          <a:p>
            <a:r>
              <a:rPr lang="en-US" dirty="0"/>
              <a:t>9/8/20XX</a:t>
            </a:r>
          </a:p>
        </p:txBody>
      </p:sp>
      <p:sp>
        <p:nvSpPr>
          <p:cNvPr id="11" name="Footer Placeholder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accent3"/>
                </a:solidFill>
                <a:latin typeface="+mn-lt"/>
              </a:defRPr>
            </a:lvl1pPr>
          </a:lstStyle>
          <a:p>
            <a:endParaRPr lang="en-US" dirty="0"/>
          </a:p>
        </p:txBody>
      </p:sp>
      <p:sp>
        <p:nvSpPr>
          <p:cNvPr id="12" name="Slide Number Placeholder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sz="1200">
                <a:solidFill>
                  <a:schemeClr val="accent3"/>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190945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End Slide">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 name="Group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reeform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2" name="Freeform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sp>
        <p:nvSpPr>
          <p:cNvPr id="2" name="Titl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anchor="b">
            <a:noAutofit/>
          </a:bodyPr>
          <a:lstStyle>
            <a:lvl1pPr algn="l">
              <a:defRPr sz="6000" b="1">
                <a:latin typeface="+mj-lt"/>
              </a:defRPr>
            </a:lvl1pPr>
          </a:lstStyle>
          <a:p>
            <a:r>
              <a:rPr lang="en-US" dirty="0"/>
              <a:t>Click to add title</a:t>
            </a:r>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anchor="t" anchorCtr="0">
            <a:normAutofit/>
          </a:bodyPr>
          <a:lstStyle>
            <a:lvl1pPr marL="0" indent="0" algn="l">
              <a:buNone/>
              <a:defRPr sz="28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sz="1200">
                <a:solidFill>
                  <a:schemeClr val="tx2"/>
                </a:solidFill>
                <a:latin typeface="+mn-lt"/>
              </a:defRPr>
            </a:lvl1pPr>
          </a:lstStyle>
          <a:p>
            <a:r>
              <a:rPr lang="en-US" dirty="0"/>
              <a:t>9/8/20XX</a:t>
            </a:r>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tx2"/>
                </a:solidFill>
                <a:latin typeface="+mn-lt"/>
              </a:defRPr>
            </a:lvl1pPr>
          </a:lstStyle>
          <a:p>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sz="1200">
                <a:solidFill>
                  <a:schemeClr val="tx2"/>
                </a:solidFill>
                <a:latin typeface="+mn-lt"/>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61" r:id="rId10"/>
    <p:sldLayoutId id="2147483666" r:id="rId11"/>
  </p:sldLayoutIdLst>
  <p:hf sldNum="0" hdr="0" ftr="0" dt="0"/>
  <p:txStyles>
    <p:titleStyle>
      <a:lvl1pPr algn="l" defTabSz="914400" rtl="0" eaLnBrk="1" latinLnBrk="0" hangingPunct="1">
        <a:lnSpc>
          <a:spcPct val="8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hyperlink" Target="https://github.com/yvaibhav07/UNIconnect" TargetMode="External"/><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3D98-3C30-4CFC-8643-C81E829C8C25}"/>
              </a:ext>
            </a:extLst>
          </p:cNvPr>
          <p:cNvSpPr>
            <a:spLocks noGrp="1"/>
          </p:cNvSpPr>
          <p:nvPr>
            <p:ph type="ctrTitle"/>
          </p:nvPr>
        </p:nvSpPr>
        <p:spPr>
          <a:xfrm>
            <a:off x="1167493" y="232913"/>
            <a:ext cx="7096933" cy="3830130"/>
          </a:xfrm>
        </p:spPr>
        <p:txBody>
          <a:bodyPr/>
          <a:lstStyle/>
          <a:p>
            <a:r>
              <a:rPr lang="en-US" dirty="0" err="1"/>
              <a:t>UniCon</a:t>
            </a:r>
            <a:r>
              <a:rPr lang="en-US" dirty="0"/>
              <a:t>: The Anonymous University Communication Platform</a:t>
            </a:r>
          </a:p>
        </p:txBody>
      </p:sp>
      <p:sp>
        <p:nvSpPr>
          <p:cNvPr id="3" name="TextBox 2">
            <a:extLst>
              <a:ext uri="{FF2B5EF4-FFF2-40B4-BE49-F238E27FC236}">
                <a16:creationId xmlns:a16="http://schemas.microsoft.com/office/drawing/2014/main" id="{ACB0A0B4-9ECD-C805-7142-5587EB26F985}"/>
              </a:ext>
            </a:extLst>
          </p:cNvPr>
          <p:cNvSpPr txBox="1"/>
          <p:nvPr/>
        </p:nvSpPr>
        <p:spPr>
          <a:xfrm>
            <a:off x="7736441" y="4715837"/>
            <a:ext cx="5938463" cy="2031325"/>
          </a:xfrm>
          <a:prstGeom prst="rect">
            <a:avLst/>
          </a:prstGeom>
          <a:noFill/>
        </p:spPr>
        <p:txBody>
          <a:bodyPr wrap="square" rtlCol="0">
            <a:spAutoFit/>
          </a:bodyPr>
          <a:lstStyle/>
          <a:p>
            <a:r>
              <a:rPr lang="en-IN" dirty="0"/>
              <a:t>The Team:</a:t>
            </a:r>
            <a:br>
              <a:rPr lang="en-IN" dirty="0"/>
            </a:br>
            <a:r>
              <a:rPr lang="en-IN" dirty="0"/>
              <a:t>Sumant Deswal (S24CSEU2358)</a:t>
            </a:r>
          </a:p>
          <a:p>
            <a:r>
              <a:rPr lang="en-IN" dirty="0"/>
              <a:t>Vaibhav Yadav (S24CSEU2340)</a:t>
            </a:r>
          </a:p>
          <a:p>
            <a:r>
              <a:rPr lang="en-IN" dirty="0"/>
              <a:t>Aadarsh Dangi (S24CSEU2332)</a:t>
            </a:r>
          </a:p>
          <a:p>
            <a:r>
              <a:rPr lang="en-IN" dirty="0"/>
              <a:t>Parth Sharma (S24CSEU2370)</a:t>
            </a:r>
            <a:br>
              <a:rPr lang="en-IN" dirty="0"/>
            </a:br>
            <a:endParaRPr lang="en-IN" dirty="0"/>
          </a:p>
          <a:p>
            <a:r>
              <a:rPr lang="en-IN" dirty="0"/>
              <a:t>Mentor: Dr. Chandra Bhushan</a:t>
            </a:r>
          </a:p>
        </p:txBody>
      </p:sp>
      <p:pic>
        <p:nvPicPr>
          <p:cNvPr id="5" name="Picture 4">
            <a:extLst>
              <a:ext uri="{FF2B5EF4-FFF2-40B4-BE49-F238E27FC236}">
                <a16:creationId xmlns:a16="http://schemas.microsoft.com/office/drawing/2014/main" id="{E80B905B-63B5-3986-23CA-AAFF1CD006C5}"/>
              </a:ext>
            </a:extLst>
          </p:cNvPr>
          <p:cNvPicPr>
            <a:picLocks noChangeAspect="1"/>
          </p:cNvPicPr>
          <p:nvPr/>
        </p:nvPicPr>
        <p:blipFill>
          <a:blip r:embed="rId3"/>
          <a:stretch>
            <a:fillRect/>
          </a:stretch>
        </p:blipFill>
        <p:spPr>
          <a:xfrm>
            <a:off x="2454025" y="5040936"/>
            <a:ext cx="4838700" cy="1381125"/>
          </a:xfrm>
          <a:prstGeom prst="rect">
            <a:avLst/>
          </a:prstGeom>
        </p:spPr>
      </p:pic>
    </p:spTree>
    <p:extLst>
      <p:ext uri="{BB962C8B-B14F-4D97-AF65-F5344CB8AC3E}">
        <p14:creationId xmlns:p14="http://schemas.microsoft.com/office/powerpoint/2010/main" val="2259308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1158864" y="102021"/>
            <a:ext cx="9779183" cy="1744415"/>
          </a:xfrm>
        </p:spPr>
        <p:txBody>
          <a:bodyPr/>
          <a:lstStyle/>
          <a:p>
            <a:r>
              <a:rPr lang="en-US" dirty="0"/>
              <a:t>Why </a:t>
            </a:r>
            <a:r>
              <a:rPr lang="en-US" dirty="0" err="1"/>
              <a:t>UniCon</a:t>
            </a:r>
            <a:r>
              <a:rPr lang="en-US" dirty="0"/>
              <a:t>?</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idx="1"/>
          </p:nvPr>
        </p:nvSpPr>
        <p:spPr>
          <a:xfrm>
            <a:off x="1158865" y="2017467"/>
            <a:ext cx="9779182" cy="3366815"/>
          </a:xfrm>
        </p:spPr>
        <p:txBody>
          <a:bodyPr vert="horz" lIns="91440" tIns="45720" rIns="91440" bIns="45720" rtlCol="0" anchor="t">
            <a:normAutofit/>
          </a:bodyPr>
          <a:lstStyle/>
          <a:p>
            <a:pPr marL="457200" indent="-457200">
              <a:buFont typeface="Arial" panose="020B0604020202020204" pitchFamily="34" charset="0"/>
              <a:buChar char="•"/>
            </a:pPr>
            <a:r>
              <a:rPr lang="en-US" dirty="0"/>
              <a:t>University/College is a whole new chapter on one’s life.</a:t>
            </a:r>
          </a:p>
          <a:p>
            <a:pPr marL="457200" indent="-457200">
              <a:buFont typeface="Arial" panose="020B0604020202020204" pitchFamily="34" charset="0"/>
              <a:buChar char="•"/>
            </a:pPr>
            <a:r>
              <a:rPr lang="en-US" dirty="0"/>
              <a:t>You have to find and form new connections.</a:t>
            </a:r>
          </a:p>
          <a:p>
            <a:pPr marL="457200" indent="-457200">
              <a:buFont typeface="Arial" panose="020B0604020202020204" pitchFamily="34" charset="0"/>
              <a:buChar char="•"/>
            </a:pPr>
            <a:r>
              <a:rPr lang="en-US" dirty="0"/>
              <a:t>It is not easy to express your interests publicly to find people with the same.</a:t>
            </a:r>
          </a:p>
          <a:p>
            <a:pPr marL="457200" indent="-457200">
              <a:buFont typeface="Arial" panose="020B0604020202020204" pitchFamily="34" charset="0"/>
              <a:buChar char="•"/>
            </a:pPr>
            <a:r>
              <a:rPr lang="en-US" dirty="0"/>
              <a:t>Avoiding judgement from others all the while is very difficult.</a:t>
            </a:r>
          </a:p>
        </p:txBody>
      </p:sp>
    </p:spTree>
    <p:extLst>
      <p:ext uri="{BB962C8B-B14F-4D97-AF65-F5344CB8AC3E}">
        <p14:creationId xmlns:p14="http://schemas.microsoft.com/office/powerpoint/2010/main" val="1325608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appy young group friends taking selfie on summer vacation. Photo group friends stock images, royalty-free photos and pictures">
            <a:extLst>
              <a:ext uri="{FF2B5EF4-FFF2-40B4-BE49-F238E27FC236}">
                <a16:creationId xmlns:a16="http://schemas.microsoft.com/office/drawing/2014/main" id="{B61C66F0-7E7E-4C81-8FE5-10F2B3FE3C8C}"/>
              </a:ext>
            </a:extLst>
          </p:cNvPr>
          <p:cNvPicPr>
            <a:picLocks noGrp="1" noChangeAspect="1" noChangeArrowheads="1"/>
          </p:cNvPicPr>
          <p:nvPr>
            <p:ph type="pic" sz="quarter" idx="10"/>
          </p:nvPr>
        </p:nvPicPr>
        <p:blipFill>
          <a:blip r:embed="rId3">
            <a:extLst>
              <a:ext uri="{28A0092B-C50C-407E-A947-70E740481C1C}">
                <a14:useLocalDpi xmlns:a14="http://schemas.microsoft.com/office/drawing/2010/main" val="0"/>
              </a:ext>
            </a:extLst>
          </a:blip>
          <a:srcRect l="16777" r="16777"/>
          <a:stretch>
            <a:fillRect/>
          </a:stretch>
        </p:blipFill>
        <p:spPr bwMode="auto">
          <a:xfrm>
            <a:off x="6979157" y="1100306"/>
            <a:ext cx="4500562" cy="4521200"/>
          </a:xfrm>
          <a:prstGeom prst="rect">
            <a:avLst/>
          </a:prstGeom>
          <a:noFill/>
          <a:effectLst>
            <a:softEdge rad="546100"/>
          </a:effectLst>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8B658AC6-7F03-2ACF-FAC0-85DB18CF1C62}"/>
              </a:ext>
            </a:extLst>
          </p:cNvPr>
          <p:cNvSpPr txBox="1">
            <a:spLocks/>
          </p:cNvSpPr>
          <p:nvPr/>
        </p:nvSpPr>
        <p:spPr>
          <a:xfrm>
            <a:off x="2214666" y="364286"/>
            <a:ext cx="9779183" cy="1744415"/>
          </a:xfrm>
          <a:prstGeom prst="rect">
            <a:avLst/>
          </a:prstGeom>
        </p:spPr>
        <p:txBody>
          <a:bodyPr vert="horz" lIns="91440" tIns="45720" rIns="91440" bIns="45720" rtlCol="0" anchor="ctr" anchorCtr="0">
            <a:noAutofit/>
          </a:bodyPr>
          <a:lstStyle>
            <a:lvl1pPr algn="l" defTabSz="914400" rtl="0" eaLnBrk="1" latinLnBrk="0" hangingPunct="1">
              <a:lnSpc>
                <a:spcPct val="80000"/>
              </a:lnSpc>
              <a:spcBef>
                <a:spcPct val="0"/>
              </a:spcBef>
              <a:buNone/>
              <a:defRPr sz="6000" b="1" kern="1200">
                <a:solidFill>
                  <a:schemeClr val="tx1"/>
                </a:solidFill>
                <a:latin typeface="+mj-lt"/>
                <a:ea typeface="+mj-ea"/>
                <a:cs typeface="+mj-cs"/>
              </a:defRPr>
            </a:lvl1pPr>
          </a:lstStyle>
          <a:p>
            <a:r>
              <a:rPr lang="en-US" dirty="0"/>
              <a:t>Our Goal</a:t>
            </a:r>
          </a:p>
        </p:txBody>
      </p:sp>
      <p:sp>
        <p:nvSpPr>
          <p:cNvPr id="8" name="TextBox 7">
            <a:extLst>
              <a:ext uri="{FF2B5EF4-FFF2-40B4-BE49-F238E27FC236}">
                <a16:creationId xmlns:a16="http://schemas.microsoft.com/office/drawing/2014/main" id="{91268EC8-C70E-7DB8-BAA5-309597C4175E}"/>
              </a:ext>
            </a:extLst>
          </p:cNvPr>
          <p:cNvSpPr txBox="1"/>
          <p:nvPr/>
        </p:nvSpPr>
        <p:spPr>
          <a:xfrm>
            <a:off x="712281" y="2391410"/>
            <a:ext cx="6115259" cy="1938992"/>
          </a:xfrm>
          <a:prstGeom prst="rect">
            <a:avLst/>
          </a:prstGeom>
          <a:noFill/>
        </p:spPr>
        <p:txBody>
          <a:bodyPr wrap="square" rtlCol="0">
            <a:spAutoFit/>
          </a:bodyPr>
          <a:lstStyle/>
          <a:p>
            <a:pPr marL="342900" indent="-342900">
              <a:buFont typeface="Arial" panose="020B0604020202020204" pitchFamily="34" charset="0"/>
              <a:buChar char="•"/>
            </a:pPr>
            <a:r>
              <a:rPr lang="en-IN" sz="2000" dirty="0"/>
              <a:t>Enable safe anonymous communication between students</a:t>
            </a:r>
          </a:p>
          <a:p>
            <a:pPr marL="342900" indent="-342900">
              <a:buFont typeface="Arial" panose="020B0604020202020204" pitchFamily="34" charset="0"/>
              <a:buChar char="•"/>
            </a:pPr>
            <a:r>
              <a:rPr lang="en-IN" sz="2000" dirty="0"/>
              <a:t>Encourage open discussions around topics</a:t>
            </a:r>
          </a:p>
          <a:p>
            <a:pPr marL="342900" indent="-342900">
              <a:buFont typeface="Arial" panose="020B0604020202020204" pitchFamily="34" charset="0"/>
              <a:buChar char="•"/>
            </a:pPr>
            <a:r>
              <a:rPr lang="en-IN" sz="2000" dirty="0"/>
              <a:t>Build a campus specific digital community</a:t>
            </a:r>
          </a:p>
          <a:p>
            <a:pPr marL="342900" indent="-342900">
              <a:buFont typeface="Arial" panose="020B0604020202020204" pitchFamily="34" charset="0"/>
              <a:buChar char="•"/>
            </a:pPr>
            <a:r>
              <a:rPr lang="en-IN" sz="2000" dirty="0"/>
              <a:t>Maintain accountability despite anonymity</a:t>
            </a:r>
          </a:p>
          <a:p>
            <a:pPr marL="342900" indent="-342900">
              <a:buFont typeface="Arial" panose="020B0604020202020204" pitchFamily="34" charset="0"/>
              <a:buChar char="•"/>
            </a:pPr>
            <a:r>
              <a:rPr lang="en-IN" sz="2000" dirty="0"/>
              <a:t>Help students find their people</a:t>
            </a:r>
          </a:p>
        </p:txBody>
      </p:sp>
    </p:spTree>
    <p:extLst>
      <p:ext uri="{BB962C8B-B14F-4D97-AF65-F5344CB8AC3E}">
        <p14:creationId xmlns:p14="http://schemas.microsoft.com/office/powerpoint/2010/main" val="3662677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EE190-899A-46D2-989D-C4BC6A46F946}"/>
              </a:ext>
            </a:extLst>
          </p:cNvPr>
          <p:cNvSpPr>
            <a:spLocks noGrp="1"/>
          </p:cNvSpPr>
          <p:nvPr>
            <p:ph type="title"/>
          </p:nvPr>
        </p:nvSpPr>
        <p:spPr>
          <a:xfrm>
            <a:off x="180321" y="1081733"/>
            <a:ext cx="6122712" cy="1121789"/>
          </a:xfrm>
        </p:spPr>
        <p:txBody>
          <a:bodyPr/>
          <a:lstStyle/>
          <a:p>
            <a:r>
              <a:rPr lang="en-US" dirty="0"/>
              <a:t>What we provide:</a:t>
            </a:r>
          </a:p>
        </p:txBody>
      </p:sp>
      <p:sp>
        <p:nvSpPr>
          <p:cNvPr id="3" name="Subtitle 2">
            <a:extLst>
              <a:ext uri="{FF2B5EF4-FFF2-40B4-BE49-F238E27FC236}">
                <a16:creationId xmlns:a16="http://schemas.microsoft.com/office/drawing/2014/main" id="{26BC9DE8-A5CC-4BE1-0DE5-CB15D01A7919}"/>
              </a:ext>
            </a:extLst>
          </p:cNvPr>
          <p:cNvSpPr>
            <a:spLocks noGrp="1"/>
          </p:cNvSpPr>
          <p:nvPr>
            <p:ph type="subTitle" idx="1"/>
          </p:nvPr>
        </p:nvSpPr>
        <p:spPr>
          <a:xfrm>
            <a:off x="6876105" y="2501983"/>
            <a:ext cx="5120640" cy="2158832"/>
          </a:xfrm>
        </p:spPr>
        <p:txBody>
          <a:bodyPr/>
          <a:lstStyle/>
          <a:p>
            <a:pPr marL="342900" indent="-342900">
              <a:buFont typeface="Wingdings" panose="05000000000000000000" pitchFamily="2" charset="2"/>
              <a:buChar char="ü"/>
            </a:pPr>
            <a:r>
              <a:rPr lang="en-US" sz="2000" dirty="0"/>
              <a:t>Anonymous user profiles</a:t>
            </a:r>
          </a:p>
          <a:p>
            <a:pPr marL="342900" indent="-342900">
              <a:buFont typeface="Wingdings" panose="05000000000000000000" pitchFamily="2" charset="2"/>
              <a:buChar char="ü"/>
            </a:pPr>
            <a:r>
              <a:rPr lang="en-US" sz="2000" dirty="0"/>
              <a:t>Flair system</a:t>
            </a:r>
          </a:p>
          <a:p>
            <a:pPr marL="342900" indent="-342900">
              <a:buFont typeface="Wingdings" panose="05000000000000000000" pitchFamily="2" charset="2"/>
              <a:buChar char="ü"/>
            </a:pPr>
            <a:r>
              <a:rPr lang="en-US" sz="2000" dirty="0"/>
              <a:t>Direct messaging system</a:t>
            </a:r>
          </a:p>
          <a:p>
            <a:pPr marL="342900" indent="-342900">
              <a:buFont typeface="Wingdings" panose="05000000000000000000" pitchFamily="2" charset="2"/>
              <a:buChar char="ü"/>
            </a:pPr>
            <a:r>
              <a:rPr lang="en-US" sz="2000" dirty="0"/>
              <a:t>Moderation system</a:t>
            </a:r>
          </a:p>
        </p:txBody>
      </p:sp>
      <p:sp>
        <p:nvSpPr>
          <p:cNvPr id="8" name="AutoShape 6">
            <a:extLst>
              <a:ext uri="{FF2B5EF4-FFF2-40B4-BE49-F238E27FC236}">
                <a16:creationId xmlns:a16="http://schemas.microsoft.com/office/drawing/2014/main" id="{5B3BF679-60D5-2D2D-2CB5-EB3C7A79AB6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AutoShape 8">
            <a:extLst>
              <a:ext uri="{FF2B5EF4-FFF2-40B4-BE49-F238E27FC236}">
                <a16:creationId xmlns:a16="http://schemas.microsoft.com/office/drawing/2014/main" id="{5DFFB206-EA98-1249-61C6-66B96E04D537}"/>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6" name="Picture 15">
            <a:extLst>
              <a:ext uri="{FF2B5EF4-FFF2-40B4-BE49-F238E27FC236}">
                <a16:creationId xmlns:a16="http://schemas.microsoft.com/office/drawing/2014/main" id="{C7453BAF-5407-493B-F024-65F6FF8FCD26}"/>
              </a:ext>
            </a:extLst>
          </p:cNvPr>
          <p:cNvPicPr>
            <a:picLocks noChangeAspect="1"/>
          </p:cNvPicPr>
          <p:nvPr/>
        </p:nvPicPr>
        <p:blipFill>
          <a:blip r:embed="rId3"/>
          <a:stretch>
            <a:fillRect/>
          </a:stretch>
        </p:blipFill>
        <p:spPr>
          <a:xfrm>
            <a:off x="180321" y="2099833"/>
            <a:ext cx="6086023" cy="2963132"/>
          </a:xfrm>
          <a:prstGeom prst="rect">
            <a:avLst/>
          </a:prstGeom>
        </p:spPr>
      </p:pic>
    </p:spTree>
    <p:extLst>
      <p:ext uri="{BB962C8B-B14F-4D97-AF65-F5344CB8AC3E}">
        <p14:creationId xmlns:p14="http://schemas.microsoft.com/office/powerpoint/2010/main" val="779750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FF5EE67-DE83-C00F-F31C-58A2B46234DB}"/>
              </a:ext>
            </a:extLst>
          </p:cNvPr>
          <p:cNvSpPr>
            <a:spLocks noGrp="1"/>
          </p:cNvSpPr>
          <p:nvPr>
            <p:ph type="title"/>
          </p:nvPr>
        </p:nvSpPr>
        <p:spPr>
          <a:xfrm>
            <a:off x="1167492" y="45085"/>
            <a:ext cx="9779183" cy="1600835"/>
          </a:xfrm>
        </p:spPr>
        <p:txBody>
          <a:bodyPr/>
          <a:lstStyle/>
          <a:p>
            <a:r>
              <a:rPr lang="en-US" dirty="0"/>
              <a:t>The Anonymity</a:t>
            </a:r>
          </a:p>
        </p:txBody>
      </p:sp>
      <p:sp>
        <p:nvSpPr>
          <p:cNvPr id="3" name="Content Placeholder 2">
            <a:extLst>
              <a:ext uri="{FF2B5EF4-FFF2-40B4-BE49-F238E27FC236}">
                <a16:creationId xmlns:a16="http://schemas.microsoft.com/office/drawing/2014/main" id="{DAF7743C-9A64-6DD7-26EC-7870E2484D2F}"/>
              </a:ext>
            </a:extLst>
          </p:cNvPr>
          <p:cNvSpPr>
            <a:spLocks noGrp="1"/>
          </p:cNvSpPr>
          <p:nvPr>
            <p:ph idx="14"/>
          </p:nvPr>
        </p:nvSpPr>
        <p:spPr>
          <a:xfrm>
            <a:off x="777514" y="3014852"/>
            <a:ext cx="4862795" cy="3576448"/>
          </a:xfrm>
        </p:spPr>
        <p:txBody>
          <a:bodyPr>
            <a:normAutofit/>
          </a:bodyPr>
          <a:lstStyle/>
          <a:p>
            <a:pPr marL="0" indent="0">
              <a:buNone/>
            </a:pPr>
            <a:r>
              <a:rPr lang="en-US" dirty="0"/>
              <a:t>The ability to post anonymously gives our users the confidence of not being judged for who they are and prevents online abuse which is so prevalent in the age of social media. </a:t>
            </a:r>
          </a:p>
          <a:p>
            <a:pPr marL="0" indent="0">
              <a:buNone/>
            </a:pPr>
            <a:r>
              <a:rPr lang="en-US" dirty="0"/>
              <a:t>Students are only identified by the topics they are interested in, only their role is visible to other users.</a:t>
            </a:r>
          </a:p>
        </p:txBody>
      </p:sp>
      <p:pic>
        <p:nvPicPr>
          <p:cNvPr id="4" name="Picture 3">
            <a:extLst>
              <a:ext uri="{FF2B5EF4-FFF2-40B4-BE49-F238E27FC236}">
                <a16:creationId xmlns:a16="http://schemas.microsoft.com/office/drawing/2014/main" id="{9E2AAD73-0BBC-BF52-FA96-14FD28E3E69A}"/>
              </a:ext>
            </a:extLst>
          </p:cNvPr>
          <p:cNvPicPr>
            <a:picLocks noChangeAspect="1"/>
          </p:cNvPicPr>
          <p:nvPr/>
        </p:nvPicPr>
        <p:blipFill>
          <a:blip r:embed="rId3"/>
          <a:stretch>
            <a:fillRect/>
          </a:stretch>
        </p:blipFill>
        <p:spPr>
          <a:xfrm>
            <a:off x="5739896" y="2951053"/>
            <a:ext cx="6035643" cy="3278109"/>
          </a:xfrm>
          <a:prstGeom prst="rect">
            <a:avLst/>
          </a:prstGeom>
        </p:spPr>
      </p:pic>
    </p:spTree>
    <p:extLst>
      <p:ext uri="{BB962C8B-B14F-4D97-AF65-F5344CB8AC3E}">
        <p14:creationId xmlns:p14="http://schemas.microsoft.com/office/powerpoint/2010/main" val="2529338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AA093-E00B-31E9-0A13-71142E30E57C}"/>
              </a:ext>
            </a:extLst>
          </p:cNvPr>
          <p:cNvSpPr>
            <a:spLocks noGrp="1"/>
          </p:cNvSpPr>
          <p:nvPr>
            <p:ph type="ctrTitle"/>
          </p:nvPr>
        </p:nvSpPr>
        <p:spPr>
          <a:xfrm>
            <a:off x="-63778" y="0"/>
            <a:ext cx="6245912" cy="740014"/>
          </a:xfrm>
        </p:spPr>
        <p:txBody>
          <a:bodyPr/>
          <a:lstStyle/>
          <a:p>
            <a:r>
              <a:rPr lang="en-US" dirty="0"/>
              <a:t>The system:</a:t>
            </a:r>
          </a:p>
        </p:txBody>
      </p:sp>
      <p:sp>
        <p:nvSpPr>
          <p:cNvPr id="3" name="Subtitle 2">
            <a:extLst>
              <a:ext uri="{FF2B5EF4-FFF2-40B4-BE49-F238E27FC236}">
                <a16:creationId xmlns:a16="http://schemas.microsoft.com/office/drawing/2014/main" id="{C62C8177-F0B6-B02C-3682-183D8307E999}"/>
              </a:ext>
            </a:extLst>
          </p:cNvPr>
          <p:cNvSpPr>
            <a:spLocks noGrp="1"/>
          </p:cNvSpPr>
          <p:nvPr>
            <p:ph type="subTitle" idx="1"/>
          </p:nvPr>
        </p:nvSpPr>
        <p:spPr>
          <a:xfrm>
            <a:off x="-1" y="740014"/>
            <a:ext cx="6944007" cy="2219841"/>
          </a:xfrm>
        </p:spPr>
        <p:txBody>
          <a:bodyPr/>
          <a:lstStyle/>
          <a:p>
            <a:r>
              <a:rPr lang="en-US" dirty="0"/>
              <a:t>How do you actually communicate with others? Easy, just post what is on your mind and let the platform do the rest. Use the tags to find your community!</a:t>
            </a:r>
          </a:p>
        </p:txBody>
      </p:sp>
      <p:pic>
        <p:nvPicPr>
          <p:cNvPr id="5" name="Picture 4">
            <a:extLst>
              <a:ext uri="{FF2B5EF4-FFF2-40B4-BE49-F238E27FC236}">
                <a16:creationId xmlns:a16="http://schemas.microsoft.com/office/drawing/2014/main" id="{EC844840-5173-CCD2-E10A-E7BCEB3B9BB5}"/>
              </a:ext>
            </a:extLst>
          </p:cNvPr>
          <p:cNvPicPr>
            <a:picLocks noChangeAspect="1"/>
          </p:cNvPicPr>
          <p:nvPr/>
        </p:nvPicPr>
        <p:blipFill>
          <a:blip r:embed="rId3"/>
          <a:stretch>
            <a:fillRect/>
          </a:stretch>
        </p:blipFill>
        <p:spPr>
          <a:xfrm>
            <a:off x="117694" y="2959855"/>
            <a:ext cx="6826313" cy="3297963"/>
          </a:xfrm>
          <a:prstGeom prst="rect">
            <a:avLst/>
          </a:prstGeom>
        </p:spPr>
      </p:pic>
    </p:spTree>
    <p:extLst>
      <p:ext uri="{BB962C8B-B14F-4D97-AF65-F5344CB8AC3E}">
        <p14:creationId xmlns:p14="http://schemas.microsoft.com/office/powerpoint/2010/main" val="41171533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F9E134-98AA-3ECE-E40A-180C85ACD7D5}"/>
              </a:ext>
            </a:extLst>
          </p:cNvPr>
          <p:cNvSpPr>
            <a:spLocks noGrp="1"/>
          </p:cNvSpPr>
          <p:nvPr>
            <p:ph type="title"/>
          </p:nvPr>
        </p:nvSpPr>
        <p:spPr>
          <a:xfrm>
            <a:off x="602369" y="877882"/>
            <a:ext cx="7623423" cy="857390"/>
          </a:xfrm>
        </p:spPr>
        <p:txBody>
          <a:bodyPr/>
          <a:lstStyle/>
          <a:p>
            <a:r>
              <a:rPr lang="en-US" dirty="0"/>
              <a:t>How to form your connections?</a:t>
            </a:r>
          </a:p>
        </p:txBody>
      </p:sp>
      <p:sp>
        <p:nvSpPr>
          <p:cNvPr id="5" name="Content Placeholder 4">
            <a:extLst>
              <a:ext uri="{FF2B5EF4-FFF2-40B4-BE49-F238E27FC236}">
                <a16:creationId xmlns:a16="http://schemas.microsoft.com/office/drawing/2014/main" id="{ABB1900A-EA8E-74D7-D6B5-46E649C6E13D}"/>
              </a:ext>
            </a:extLst>
          </p:cNvPr>
          <p:cNvSpPr>
            <a:spLocks noGrp="1"/>
          </p:cNvSpPr>
          <p:nvPr>
            <p:ph idx="10"/>
          </p:nvPr>
        </p:nvSpPr>
        <p:spPr>
          <a:xfrm>
            <a:off x="8184135" y="2349641"/>
            <a:ext cx="3295866" cy="2158717"/>
          </a:xfrm>
        </p:spPr>
        <p:txBody>
          <a:bodyPr/>
          <a:lstStyle/>
          <a:p>
            <a:r>
              <a:rPr lang="en-IN" dirty="0"/>
              <a:t>Talk to them!</a:t>
            </a:r>
            <a:br>
              <a:rPr lang="en-IN" dirty="0"/>
            </a:br>
            <a:r>
              <a:rPr lang="en-IN" dirty="0"/>
              <a:t>You found someone with similar interests and want to talk directly to them then use the private messaging system and make new friends!</a:t>
            </a:r>
          </a:p>
        </p:txBody>
      </p:sp>
      <p:pic>
        <p:nvPicPr>
          <p:cNvPr id="10" name="Picture 9">
            <a:extLst>
              <a:ext uri="{FF2B5EF4-FFF2-40B4-BE49-F238E27FC236}">
                <a16:creationId xmlns:a16="http://schemas.microsoft.com/office/drawing/2014/main" id="{5D32E7FD-2BFB-D9A6-7821-531AD6A95E05}"/>
              </a:ext>
            </a:extLst>
          </p:cNvPr>
          <p:cNvPicPr>
            <a:picLocks noChangeAspect="1"/>
          </p:cNvPicPr>
          <p:nvPr/>
        </p:nvPicPr>
        <p:blipFill>
          <a:blip r:embed="rId3"/>
          <a:stretch>
            <a:fillRect/>
          </a:stretch>
        </p:blipFill>
        <p:spPr>
          <a:xfrm>
            <a:off x="711999" y="1735271"/>
            <a:ext cx="7200730" cy="3460851"/>
          </a:xfrm>
          <a:prstGeom prst="rect">
            <a:avLst/>
          </a:prstGeom>
        </p:spPr>
      </p:pic>
    </p:spTree>
    <p:extLst>
      <p:ext uri="{BB962C8B-B14F-4D97-AF65-F5344CB8AC3E}">
        <p14:creationId xmlns:p14="http://schemas.microsoft.com/office/powerpoint/2010/main" val="12659396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4CFB73D-B7C9-A177-04F3-E48E841A875E}"/>
              </a:ext>
            </a:extLst>
          </p:cNvPr>
          <p:cNvSpPr>
            <a:spLocks noGrp="1"/>
          </p:cNvSpPr>
          <p:nvPr>
            <p:ph type="title"/>
          </p:nvPr>
        </p:nvSpPr>
        <p:spPr>
          <a:xfrm>
            <a:off x="1167492" y="69008"/>
            <a:ext cx="9779183" cy="1706563"/>
          </a:xfrm>
        </p:spPr>
        <p:txBody>
          <a:bodyPr/>
          <a:lstStyle/>
          <a:p>
            <a:r>
              <a:rPr lang="en-US" dirty="0"/>
              <a:t>Accountability</a:t>
            </a:r>
          </a:p>
        </p:txBody>
      </p:sp>
      <p:sp>
        <p:nvSpPr>
          <p:cNvPr id="4" name="Content Placeholder 3">
            <a:extLst>
              <a:ext uri="{FF2B5EF4-FFF2-40B4-BE49-F238E27FC236}">
                <a16:creationId xmlns:a16="http://schemas.microsoft.com/office/drawing/2014/main" id="{DBA34351-9D9C-8C32-5CC0-3F19A1CAC037}"/>
              </a:ext>
            </a:extLst>
          </p:cNvPr>
          <p:cNvSpPr>
            <a:spLocks noGrp="1"/>
          </p:cNvSpPr>
          <p:nvPr>
            <p:ph idx="12"/>
          </p:nvPr>
        </p:nvSpPr>
        <p:spPr>
          <a:xfrm>
            <a:off x="1167492" y="2522003"/>
            <a:ext cx="8991175" cy="3332162"/>
          </a:xfrm>
        </p:spPr>
        <p:txBody>
          <a:bodyPr>
            <a:normAutofit/>
          </a:bodyPr>
          <a:lstStyle/>
          <a:p>
            <a:pPr marL="0" indent="0">
              <a:buNone/>
            </a:pPr>
            <a:r>
              <a:rPr lang="en-US" dirty="0"/>
              <a:t>With anonymity we must ensure accountability.</a:t>
            </a:r>
          </a:p>
          <a:p>
            <a:pPr marL="0" indent="0">
              <a:buNone/>
            </a:pPr>
            <a:r>
              <a:rPr lang="en-US" dirty="0"/>
              <a:t>How will we deal with bad actors who misuse the system? We will have moderators appointed which will have access to the students personal information such as their university email to act upon reports of them misusing the platform. This helps us create a civil and healthy environment.</a:t>
            </a:r>
          </a:p>
        </p:txBody>
      </p:sp>
    </p:spTree>
    <p:extLst>
      <p:ext uri="{BB962C8B-B14F-4D97-AF65-F5344CB8AC3E}">
        <p14:creationId xmlns:p14="http://schemas.microsoft.com/office/powerpoint/2010/main" val="265210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EF58C-138C-55F4-DA77-4C3F06C81A1C}"/>
              </a:ext>
            </a:extLst>
          </p:cNvPr>
          <p:cNvSpPr>
            <a:spLocks noGrp="1"/>
          </p:cNvSpPr>
          <p:nvPr>
            <p:ph type="title"/>
          </p:nvPr>
        </p:nvSpPr>
        <p:spPr>
          <a:xfrm>
            <a:off x="1167492" y="457200"/>
            <a:ext cx="10643508" cy="1371600"/>
          </a:xfrm>
        </p:spPr>
        <p:txBody>
          <a:bodyPr/>
          <a:lstStyle/>
          <a:p>
            <a:r>
              <a:rPr lang="en-US" dirty="0"/>
              <a:t>What does the future hold?</a:t>
            </a:r>
          </a:p>
        </p:txBody>
      </p:sp>
      <p:sp>
        <p:nvSpPr>
          <p:cNvPr id="3" name="Content Placeholder 2">
            <a:extLst>
              <a:ext uri="{FF2B5EF4-FFF2-40B4-BE49-F238E27FC236}">
                <a16:creationId xmlns:a16="http://schemas.microsoft.com/office/drawing/2014/main" id="{9B5DDE7C-335B-FD23-E1E6-CDCB99B7878C}"/>
              </a:ext>
            </a:extLst>
          </p:cNvPr>
          <p:cNvSpPr>
            <a:spLocks noGrp="1"/>
          </p:cNvSpPr>
          <p:nvPr>
            <p:ph idx="15"/>
          </p:nvPr>
        </p:nvSpPr>
        <p:spPr>
          <a:xfrm>
            <a:off x="1167492" y="2824729"/>
            <a:ext cx="5394325" cy="3436937"/>
          </a:xfrm>
        </p:spPr>
        <p:txBody>
          <a:bodyPr/>
          <a:lstStyle/>
          <a:p>
            <a:pPr marL="342900" indent="-342900">
              <a:buFont typeface="Arial" panose="020B0604020202020204" pitchFamily="34" charset="0"/>
              <a:buChar char="•"/>
            </a:pPr>
            <a:r>
              <a:rPr lang="en-US" dirty="0"/>
              <a:t>A notification system</a:t>
            </a:r>
          </a:p>
          <a:p>
            <a:pPr marL="342900" indent="-342900">
              <a:buFont typeface="Arial" panose="020B0604020202020204" pitchFamily="34" charset="0"/>
              <a:buChar char="•"/>
            </a:pPr>
            <a:r>
              <a:rPr lang="en-US" dirty="0"/>
              <a:t>AI moderation to reduce manual </a:t>
            </a:r>
            <a:r>
              <a:rPr lang="en-US" dirty="0" err="1"/>
              <a:t>labour</a:t>
            </a:r>
            <a:endParaRPr lang="en-US" dirty="0"/>
          </a:p>
          <a:p>
            <a:pPr marL="342900" indent="-342900">
              <a:buFont typeface="Arial" panose="020B0604020202020204" pitchFamily="34" charset="0"/>
              <a:buChar char="•"/>
            </a:pPr>
            <a:r>
              <a:rPr lang="en-US" dirty="0"/>
              <a:t>Mobile app version</a:t>
            </a:r>
          </a:p>
          <a:p>
            <a:pPr marL="342900" indent="-342900">
              <a:buFont typeface="Arial" panose="020B0604020202020204" pitchFamily="34" charset="0"/>
              <a:buChar char="•"/>
            </a:pPr>
            <a:r>
              <a:rPr lang="en-US" dirty="0"/>
              <a:t>General UI improvements with time.</a:t>
            </a:r>
          </a:p>
          <a:p>
            <a:pPr marL="342900" indent="-342900">
              <a:buFont typeface="Arial" panose="020B0604020202020204" pitchFamily="34" charset="0"/>
              <a:buChar char="•"/>
            </a:pPr>
            <a:endParaRPr lang="en-US" dirty="0"/>
          </a:p>
        </p:txBody>
      </p:sp>
      <p:pic>
        <p:nvPicPr>
          <p:cNvPr id="11" name="Picture 10">
            <a:extLst>
              <a:ext uri="{FF2B5EF4-FFF2-40B4-BE49-F238E27FC236}">
                <a16:creationId xmlns:a16="http://schemas.microsoft.com/office/drawing/2014/main" id="{7F70EBAA-21F2-8138-31E1-DAF0CBA3D532}"/>
              </a:ext>
            </a:extLst>
          </p:cNvPr>
          <p:cNvPicPr>
            <a:picLocks noChangeAspect="1"/>
          </p:cNvPicPr>
          <p:nvPr/>
        </p:nvPicPr>
        <p:blipFill>
          <a:blip r:embed="rId3"/>
          <a:stretch>
            <a:fillRect/>
          </a:stretch>
        </p:blipFill>
        <p:spPr>
          <a:xfrm>
            <a:off x="6797675" y="2344848"/>
            <a:ext cx="5360564" cy="3182292"/>
          </a:xfrm>
          <a:prstGeom prst="rect">
            <a:avLst/>
          </a:prstGeom>
        </p:spPr>
      </p:pic>
    </p:spTree>
    <p:extLst>
      <p:ext uri="{BB962C8B-B14F-4D97-AF65-F5344CB8AC3E}">
        <p14:creationId xmlns:p14="http://schemas.microsoft.com/office/powerpoint/2010/main" val="362649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1C753FD-96EC-101A-B8A4-5F69A189BEF4}"/>
              </a:ext>
            </a:extLst>
          </p:cNvPr>
          <p:cNvSpPr>
            <a:spLocks noGrp="1"/>
          </p:cNvSpPr>
          <p:nvPr>
            <p:ph type="ctrTitle"/>
          </p:nvPr>
        </p:nvSpPr>
        <p:spPr>
          <a:xfrm>
            <a:off x="732928" y="252549"/>
            <a:ext cx="6220278" cy="3262811"/>
          </a:xfrm>
        </p:spPr>
        <p:txBody>
          <a:bodyPr/>
          <a:lstStyle/>
          <a:p>
            <a:r>
              <a:rPr lang="en-US" dirty="0"/>
              <a:t>Thank you</a:t>
            </a:r>
          </a:p>
        </p:txBody>
      </p:sp>
      <p:sp>
        <p:nvSpPr>
          <p:cNvPr id="5" name="Subtitle 4">
            <a:extLst>
              <a:ext uri="{FF2B5EF4-FFF2-40B4-BE49-F238E27FC236}">
                <a16:creationId xmlns:a16="http://schemas.microsoft.com/office/drawing/2014/main" id="{67BB04B7-47A4-741B-59E0-F0E6F2126E8F}"/>
              </a:ext>
            </a:extLst>
          </p:cNvPr>
          <p:cNvSpPr>
            <a:spLocks noGrp="1"/>
          </p:cNvSpPr>
          <p:nvPr>
            <p:ph type="subTitle" idx="1"/>
          </p:nvPr>
        </p:nvSpPr>
        <p:spPr>
          <a:xfrm>
            <a:off x="732928" y="3685939"/>
            <a:ext cx="6835770" cy="2919512"/>
          </a:xfrm>
        </p:spPr>
        <p:txBody>
          <a:bodyPr/>
          <a:lstStyle/>
          <a:p>
            <a:r>
              <a:rPr lang="en-US" dirty="0"/>
              <a:t>Liked it? Try it yourself! Find </a:t>
            </a:r>
            <a:r>
              <a:rPr lang="en-US" dirty="0">
                <a:hlinkClick r:id="rId3"/>
              </a:rPr>
              <a:t>here</a:t>
            </a:r>
            <a:r>
              <a:rPr lang="en-US" dirty="0"/>
              <a:t>.</a:t>
            </a:r>
          </a:p>
        </p:txBody>
      </p:sp>
    </p:spTree>
    <p:extLst>
      <p:ext uri="{BB962C8B-B14F-4D97-AF65-F5344CB8AC3E}">
        <p14:creationId xmlns:p14="http://schemas.microsoft.com/office/powerpoint/2010/main" val="1609673525"/>
      </p:ext>
    </p:extLst>
  </p:cSld>
  <p:clrMapOvr>
    <a:masterClrMapping/>
  </p:clrMapOvr>
</p:sld>
</file>

<file path=ppt/theme/theme1.xml><?xml version="1.0" encoding="utf-8"?>
<a:theme xmlns:a="http://schemas.openxmlformats.org/drawingml/2006/main" name="Custom">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45331398_Win32_SL_V13" id="{C59E605D-C281-4A06-BDA0-E97A35AC3AA8}" vid="{25D1D206-DA25-4050-926A-BD6D3A1B50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Universal presentation</Template>
  <TotalTime>61</TotalTime>
  <Words>363</Words>
  <Application>Microsoft Office PowerPoint</Application>
  <PresentationFormat>Widescreen</PresentationFormat>
  <Paragraphs>49</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Tenorite</vt:lpstr>
      <vt:lpstr>Wingdings</vt:lpstr>
      <vt:lpstr>Custom</vt:lpstr>
      <vt:lpstr>UniCon: The Anonymous University Communication Platform</vt:lpstr>
      <vt:lpstr>Why UniCon?</vt:lpstr>
      <vt:lpstr>PowerPoint Presentation</vt:lpstr>
      <vt:lpstr>What we provide:</vt:lpstr>
      <vt:lpstr>The Anonymity</vt:lpstr>
      <vt:lpstr>The system:</vt:lpstr>
      <vt:lpstr>How to form your connections?</vt:lpstr>
      <vt:lpstr>Accountability</vt:lpstr>
      <vt:lpstr>What does the future hold?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Ghost Overdrive</dc:creator>
  <cp:lastModifiedBy>Ghost Overdrive</cp:lastModifiedBy>
  <cp:revision>1</cp:revision>
  <dcterms:created xsi:type="dcterms:W3CDTF">2026-04-13T17:15:23Z</dcterms:created>
  <dcterms:modified xsi:type="dcterms:W3CDTF">2026-04-13T18:16:41Z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